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481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 ·  METHODOLOGY 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49424"/>
            <a:ext cx="8961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AquaWatch — Real-Time Water Quality Monitoring for Rural Drinking Water Sources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2510040070 - Sania Khan </a:t>
            </a:r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2510040083 -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P.Srija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2510040109 -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K.Sravya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2510040120 -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B.Gowri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AquaWatch follows an iterative hardware-software co-design process, moving from system design through build, integration, and validation.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487168" cy="3017520"/>
          </a:xfrm>
          <a:prstGeom prst="roundRect">
            <a:avLst>
              <a:gd name="adj" fmla="val 2941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6517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20299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architecture, select components, and design the data flow end to end.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28416" y="2377440"/>
            <a:ext cx="2487168" cy="3017520"/>
          </a:xfrm>
          <a:prstGeom prst="roundRect">
            <a:avLst>
              <a:gd name="adj" fmla="val 2941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57016" y="26517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57016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57016" y="333756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Development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57016" y="3977640"/>
            <a:ext cx="20299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and wire the ESP32 with pH, turbidity, and TDS sensors.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16752" y="2377440"/>
            <a:ext cx="2487168" cy="3017520"/>
          </a:xfrm>
          <a:prstGeom prst="roundRect">
            <a:avLst>
              <a:gd name="adj" fmla="val 2941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45352" y="26517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4535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45352" y="333756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45352" y="3977640"/>
            <a:ext cx="20299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firmware, cloud integration, and the live dashboard.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05088" y="2377440"/>
            <a:ext cx="2487168" cy="3017520"/>
          </a:xfrm>
          <a:prstGeom prst="roundRect">
            <a:avLst>
              <a:gd name="adj" fmla="val 2941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933688" y="26517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33688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33688" y="333756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933688" y="3977640"/>
            <a:ext cx="20299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Calibrate, integrate, and verify accuracy against reference methods.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AquaWatch  |  Review 3 — Methodology Development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&amp;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F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organized into four functional layers, each handling one stage of the data pipeline.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762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Layer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0848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turbidity, and TDS probes take continuous analog readings from the water source.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63824" y="3465576"/>
            <a:ext cx="256032" cy="201168"/>
          </a:xfrm>
          <a:prstGeom prst="rightArrow">
            <a:avLst/>
          </a:prstGeom>
          <a:solidFill>
            <a:srgbClr val="8FD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64992" y="192024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93592" y="21762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9359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93592" y="2788920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93592" y="3383280"/>
            <a:ext cx="20848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 reads raw signals, applies calibration formulas, and checks safe-range thresholds.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88736" y="3465576"/>
            <a:ext cx="256032" cy="201168"/>
          </a:xfrm>
          <a:prstGeom prst="rightArrow">
            <a:avLst/>
          </a:prstGeom>
          <a:solidFill>
            <a:srgbClr val="8FD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9904" y="192024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18504" y="21762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18504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18504" y="2788920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Layer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18504" y="3383280"/>
            <a:ext cx="20848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are published over MQTT; a Node.js backend subscribes and bridges them to clients over WebSocket (Socket.io).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13648" y="3465576"/>
            <a:ext cx="256032" cy="201168"/>
          </a:xfrm>
          <a:prstGeom prst="rightArrow">
            <a:avLst/>
          </a:prstGeom>
          <a:solidFill>
            <a:srgbClr val="8FD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14816" y="192024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043416" y="21762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043416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043416" y="2788920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043416" y="3383280"/>
            <a:ext cx="20848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receives the live WebSocket stream and renders charts and alerts.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AquaWatch  |  Review 3 — Methodology Development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Development Methodology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39776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ESP32 for built-in WiFi and analog inputs; select pH, turbidity, and TDS sensor modules compatible with 3.3V analog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signal-conditioning circuitry (voltage dividers, filtering) so each sensor's output maps cleanly to the ESP32's ADC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 the ESP32 and wiring in a sealed enclosure; route sensor probes through cable glands to the outside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&amp; Wiring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Assemble on breadboard first for testing, then transfer to a soldered/perfboard build for the final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AquaWatch  |  Review 3 — Methodology Development</a:t>
            </a:r>
            <a:endParaRPr lang="en-US" sz="900" dirty="0"/>
          </a:p>
        </p:txBody>
      </p:sp>
      <p:sp>
        <p:nvSpPr>
          <p:cNvPr id="3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Development 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in three layers, developed iteratively so each layer can be verified before the next depends on 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221992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(ESP32)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functions for each sensor; calibration constants applied to raw readings; threshold logic determines alert state; readings packaged as JSON and published to an MQTT topic.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2221992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(Node.js + MQTT)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38328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 subscribes to the MQTT broker, bridges live readings to connected clients over WebSocket (Socket.io), and persists historical readings in PostgreSQL/TimescaleDB.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2221992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7532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338328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 subscribes to the WebSocket stream; Chart.js renders time-series graphs; component structure separates stat display, charts, and alerts.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AquaWatch  |  Review 3 — Methodology Development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F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happens at four levels, from individual sensors up to the full pipeline.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391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Unit-Level Testing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5603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sensor is tested individually against known reference/buffer solutions to verify its calibration formula.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8745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03720" y="20391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5603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is run end to end — sensor to dashboard — to check data accuracy and update latency.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9136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Stability Testing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4348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assembled unit runs continuously over several days to check for drift, disconnects, or missed readings.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374904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63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39136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Validation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44348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are cross-checked against a manual test method (e.g., a Field Test Kit) on the same water sample.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AquaWatch  |  Review 3 — Methodology Development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611</Words>
  <Application>Microsoft Office PowerPoint</Application>
  <PresentationFormat>Widescreen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Sravya Kamisetti</cp:lastModifiedBy>
  <cp:revision>2</cp:revision>
  <dcterms:created xsi:type="dcterms:W3CDTF">2026-09-17T01:23:35Z</dcterms:created>
  <dcterms:modified xsi:type="dcterms:W3CDTF">2026-09-17T01:31:41Z</dcterms:modified>
</cp:coreProperties>
</file>